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5e00bdefc349c9" /><Relationship Type="http://schemas.openxmlformats.org/officeDocument/2006/relationships/extended-properties" Target="/docProps/app.xml" Id="Rfa3fb1d41d724603" /><Relationship Type="http://schemas.openxmlformats.org/officeDocument/2006/relationships/officeDocument" Target="/ppt/presentation.xml" Id="R63343f3a506449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159c4563fe4f8a"/>
  </p:sldMasterIdLst>
  <p:notesMasterIdLst>
    <p:notesMasterId xmlns:r="http://schemas.openxmlformats.org/officeDocument/2006/relationships" r:id="R65bf8e71ab7840ed"/>
  </p:notesMasterIdLst>
  <p:sldIdLst>
    <p:sldId xmlns:r="http://schemas.openxmlformats.org/officeDocument/2006/relationships" id="256" r:id="Raec2938b6d95462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ced1d14d434ea2" /><Relationship Type="http://schemas.openxmlformats.org/officeDocument/2006/relationships/slideMaster" Target="/ppt/slideMasters/slideMaster1.xml" Id="R80159c4563fe4f8a" /><Relationship Type="http://schemas.openxmlformats.org/officeDocument/2006/relationships/notesMaster" Target="/ppt/notesMasters/notesMaster1.xml" Id="R65bf8e71ab7840ed" /><Relationship Type="http://schemas.openxmlformats.org/officeDocument/2006/relationships/presProps" Target="/ppt/presProps.xml" Id="Red66f0a9ec894dd5" /><Relationship Type="http://schemas.openxmlformats.org/officeDocument/2006/relationships/tableStyles" Target="/ppt/tableStyles.xml" Id="R17e8e7a267c44369" /><Relationship Type="http://schemas.openxmlformats.org/officeDocument/2006/relationships/slide" Target="/ppt/slides/slide1.xml" Id="Raec2938b6d9546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7b2c7eb87d4f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0054c6ce044f3a" /><Relationship Type="http://schemas.openxmlformats.org/officeDocument/2006/relationships/notesMaster" Target="/ppt/notesMasters/notesMaster1.xml" Id="Rceefaae39ec94c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ca3d6292074a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1505677b2244c8" /><Relationship Type="http://schemas.openxmlformats.org/officeDocument/2006/relationships/slideLayout" Target="/ppt/slideLayouts/slideLayout1.xml" Id="Rff6da6d525304a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6da6d525304a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fafd40aef4970" /><Relationship Type="http://schemas.openxmlformats.org/officeDocument/2006/relationships/notesSlide" Target="/ppt/notesSlides/notesSlide1.xml" Id="Re0bf9f6ecd2f47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left-rail">
            <a:extLst xmlns:a="http://schemas.openxmlformats.org/drawingml/2006/main">
              <a:ext uri="{FF2B5EF4-FFF2-40B4-BE49-F238E27FC236}">
                <a16:creationId xmlns:a16="http://schemas.microsoft.com/office/drawing/2014/main" id="{02FDDBA8-A258-452D-B746-C58BD32F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eft-rule">
            <a:extLst xmlns:a="http://schemas.openxmlformats.org/drawingml/2006/main">
              <a:ext uri="{FF2B5EF4-FFF2-40B4-BE49-F238E27FC236}">
                <a16:creationId xmlns:a16="http://schemas.microsoft.com/office/drawing/2014/main" id="{37FA5628-BD0F-4079-905A-0395387C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42875"/>
            <a:ext cx="0" cy="509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20A0502-1650-4BDF-A643-65EBA41A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448425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57D3E2F-D5B7-47D7-A56C-137596DE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75" b="1" i="1">
                <a:solidFill>
                  <a:srgbClr val="111111"/>
                </a:solidFill>
              </a:defRPr>
            </a:pPr>
            <a:r>
              <a:rPr sz="2175" b="1" i="1">
                <a:solidFill>
                  <a:srgbClr val="111111"/>
                </a:solidFill>
              </a:rPr>
              <a:t>System Operation Flowchart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82FA3E71-DE51-4543-8F2F-5C860601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5B5B"/>
            </a:solidFill>
            <a:prstDash val="solid"/>
          </a:ln>
        </p:spPr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861D675D-28EE-47A2-8F5E-F2B10F3F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10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555"/>
                </a:solidFill>
              </a:defRPr>
            </a:pPr>
            <a:r>
              <a:rPr sz="1125">
                <a:solidFill>
                  <a:srgbClr val="555555"/>
                </a:solidFill>
              </a:rPr>
              <a:t>Normal sensing cycle and periodic data upload</a:t>
            </a:r>
          </a:p>
        </p:txBody>
      </p:sp>
      <p:sp>
        <p:nvSpPr>
          <p:cNvPr id="7" name="continuous-label">
            <a:extLst xmlns:a="http://schemas.openxmlformats.org/drawingml/2006/main">
              <a:ext uri="{FF2B5EF4-FFF2-40B4-BE49-F238E27FC236}">
                <a16:creationId xmlns:a16="http://schemas.microsoft.com/office/drawing/2014/main" id="{28B4EA42-25C0-4710-8D83-1AA7AAD1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48235"/>
                </a:solidFill>
              </a:defRPr>
            </a:pPr>
            <a:r>
              <a:rPr sz="900" b="1">
                <a:solidFill>
                  <a:srgbClr val="548235"/>
                </a:solidFill>
              </a:rPr>
              <a:t>CONTINUOUS ENERGY PATH</a:t>
            </a:r>
          </a:p>
        </p:txBody>
      </p:sp>
      <p:sp>
        <p:nvSpPr>
          <p:cNvPr id="8" name="minute-label">
            <a:extLst xmlns:a="http://schemas.openxmlformats.org/drawingml/2006/main">
              <a:ext uri="{FF2B5EF4-FFF2-40B4-BE49-F238E27FC236}">
                <a16:creationId xmlns:a16="http://schemas.microsoft.com/office/drawing/2014/main" id="{560BEA5F-D7AC-462F-A38F-C597F8DB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28750"/>
            <a:ext cx="452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5597"/>
                </a:solidFill>
              </a:defRPr>
            </a:pPr>
            <a:r>
              <a:rPr sz="900" b="1">
                <a:solidFill>
                  <a:srgbClr val="2F5597"/>
                </a:solidFill>
              </a:rPr>
              <a:t>EVERY MINUTE</a:t>
            </a:r>
          </a:p>
        </p:txBody>
      </p:sp>
      <p:sp>
        <p:nvSpPr>
          <p:cNvPr id="9" name="harvest">
            <a:extLst xmlns:a="http://schemas.openxmlformats.org/drawingml/2006/main">
              <a:ext uri="{FF2B5EF4-FFF2-40B4-BE49-F238E27FC236}">
                <a16:creationId xmlns:a16="http://schemas.microsoft.com/office/drawing/2014/main" id="{E5E1554A-BCF1-445D-A26F-46191933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13335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14288">
            <a:solidFill>
              <a:srgbClr val="54823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TEG Array</a:t>
            </a:r>
          </a:p>
          <a:p xmlns:a="http://schemas.openxmlformats.org/drawingml/2006/main">
            <a:pPr algn="ctr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5 x 1MD06-097-05</a:t>
            </a:r>
          </a:p>
        </p:txBody>
      </p:sp>
      <p:sp>
        <p:nvSpPr>
          <p:cNvPr id="10" name="boost">
            <a:extLst xmlns:a="http://schemas.openxmlformats.org/drawingml/2006/main">
              <a:ext uri="{FF2B5EF4-FFF2-40B4-BE49-F238E27FC236}">
                <a16:creationId xmlns:a16="http://schemas.microsoft.com/office/drawing/2014/main" id="{D55DB8BD-7F13-4E88-8A74-6D379E02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905000"/>
            <a:ext cx="13335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14288">
            <a:solidFill>
              <a:srgbClr val="54823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Boost Converter</a:t>
            </a:r>
          </a:p>
          <a:p xmlns:a="http://schemas.openxmlformats.org/drawingml/2006/main"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LTC3108-1</a:t>
            </a:r>
          </a:p>
        </p:txBody>
      </p:sp>
      <p:sp>
        <p:nvSpPr>
          <p:cNvPr id="11" name="storage">
            <a:extLst xmlns:a="http://schemas.openxmlformats.org/drawingml/2006/main">
              <a:ext uri="{FF2B5EF4-FFF2-40B4-BE49-F238E27FC236}">
                <a16:creationId xmlns:a16="http://schemas.microsoft.com/office/drawing/2014/main" id="{0CFE179D-C9C2-412A-977E-27F91441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05000"/>
            <a:ext cx="13335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14288">
            <a:solidFill>
              <a:srgbClr val="54823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Energy Storage</a:t>
            </a:r>
          </a:p>
          <a:p xmlns:a="http://schemas.openxmlformats.org/drawingml/2006/main">
            <a:pPr algn="ctr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0.22 F Supercapacitor</a:t>
            </a:r>
          </a:p>
        </p:txBody>
      </p:sp>
      <p:sp>
        <p:nvSpPr>
          <p:cNvPr id="12" name="buck">
            <a:extLst xmlns:a="http://schemas.openxmlformats.org/drawingml/2006/main">
              <a:ext uri="{FF2B5EF4-FFF2-40B4-BE49-F238E27FC236}">
                <a16:creationId xmlns:a16="http://schemas.microsoft.com/office/drawing/2014/main" id="{C19D6498-627D-46E5-9CD9-F488FD5D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05000"/>
            <a:ext cx="13335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14288">
            <a:solidFill>
              <a:srgbClr val="54823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Buck Converter</a:t>
            </a:r>
          </a:p>
          <a:p xmlns:a="http://schemas.openxmlformats.org/drawingml/2006/main">
            <a:pPr algn="ctr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Regulated System Supply</a:t>
            </a:r>
          </a:p>
        </p:txBody>
      </p:sp>
      <p:sp>
        <p:nvSpPr>
          <p:cNvPr id="13" name="wake">
            <a:extLst xmlns:a="http://schemas.openxmlformats.org/drawingml/2006/main">
              <a:ext uri="{FF2B5EF4-FFF2-40B4-BE49-F238E27FC236}">
                <a16:creationId xmlns:a16="http://schemas.microsoft.com/office/drawing/2014/main" id="{49F83520-F09F-4065-94BC-6413664E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05000"/>
            <a:ext cx="13335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14288">
            <a:solidFill>
              <a:srgbClr val="2F559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RTC Wakes</a:t>
            </a:r>
          </a:p>
          <a:p xmlns:a="http://schemas.openxmlformats.org/drawingml/2006/main"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STM32WLE5</a:t>
            </a:r>
          </a:p>
        </p:txBody>
      </p:sp>
      <p:sp>
        <p:nvSpPr>
          <p:cNvPr id="14" name="collect">
            <a:extLst xmlns:a="http://schemas.openxmlformats.org/drawingml/2006/main">
              <a:ext uri="{FF2B5EF4-FFF2-40B4-BE49-F238E27FC236}">
                <a16:creationId xmlns:a16="http://schemas.microsoft.com/office/drawing/2014/main" id="{DE05AA2A-BA43-40BA-855A-B100CBD2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05000"/>
            <a:ext cx="13335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14288">
            <a:solidFill>
              <a:srgbClr val="4D4D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Read ADXL362</a:t>
            </a:r>
          </a:p>
          <a:p xmlns:a="http://schemas.openxmlformats.org/drawingml/2006/main">
            <a:pPr algn="ctr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Acquire LC76G Fix</a:t>
            </a:r>
          </a:p>
        </p:txBody>
      </p:sp>
      <p:sp>
        <p:nvSpPr>
          <p:cNvPr id="15" name="store">
            <a:extLst xmlns:a="http://schemas.openxmlformats.org/drawingml/2006/main">
              <a:ext uri="{FF2B5EF4-FFF2-40B4-BE49-F238E27FC236}">
                <a16:creationId xmlns:a16="http://schemas.microsoft.com/office/drawing/2014/main" id="{81059A18-0B4A-4976-90CD-1FBEE748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05000"/>
            <a:ext cx="1476375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14288">
            <a:solidFill>
              <a:srgbClr val="2F559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Process and Store</a:t>
            </a:r>
          </a:p>
          <a:p xmlns:a="http://schemas.openxmlformats.org/drawingml/2006/main">
            <a:pPr algn="ctr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Activity + Position</a:t>
            </a:r>
          </a:p>
        </p:txBody>
      </p:sp>
      <p:sp>
        <p:nvSpPr>
          <p:cNvPr id="16" name="upload-due">
            <a:extLst xmlns:a="http://schemas.openxmlformats.org/drawingml/2006/main">
              <a:ext uri="{FF2B5EF4-FFF2-40B4-BE49-F238E27FC236}">
                <a16:creationId xmlns:a16="http://schemas.microsoft.com/office/drawing/2014/main" id="{1EA1E129-15C3-4E12-8678-F68BFB63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38500"/>
            <a:ext cx="1524000" cy="895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14288">
            <a:solidFill>
              <a:srgbClr val="7F6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Upload Interval</a:t>
            </a:r>
          </a:p>
          <a:p xmlns:a="http://schemas.openxmlformats.org/drawingml/2006/main">
            <a:pPr algn="ctr">
              <a:defRPr sz="975" b="1">
                <a:solidFill>
                  <a:srgbClr val="111111"/>
                </a:solidFill>
              </a:defRPr>
            </a:pPr>
            <a:r>
              <a:rPr sz="975" b="1">
                <a:solidFill>
                  <a:srgbClr val="111111"/>
                </a:solidFill>
              </a:rPr>
              <a:t>Reached?</a:t>
            </a:r>
          </a:p>
        </p:txBody>
      </p:sp>
      <p:sp>
        <p:nvSpPr>
          <p:cNvPr id="17" name="transmit">
            <a:extLst xmlns:a="http://schemas.openxmlformats.org/drawingml/2006/main">
              <a:ext uri="{FF2B5EF4-FFF2-40B4-BE49-F238E27FC236}">
                <a16:creationId xmlns:a16="http://schemas.microsoft.com/office/drawing/2014/main" id="{F74DA6C5-14CC-42DA-A81C-F08EDE6B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343275"/>
            <a:ext cx="1762125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9E2F3"/>
          </a:solidFill>
          <a:ln xmlns:a="http://schemas.openxmlformats.org/drawingml/2006/main" w="14288">
            <a:solidFill>
              <a:srgbClr val="2F559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Send Buffered Data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via Integrated LoRa</a:t>
            </a:r>
          </a:p>
        </p:txBody>
      </p:sp>
      <p:sp>
        <p:nvSpPr>
          <p:cNvPr id="18" name="sleep">
            <a:extLst xmlns:a="http://schemas.openxmlformats.org/drawingml/2006/main">
              <a:ext uri="{FF2B5EF4-FFF2-40B4-BE49-F238E27FC236}">
                <a16:creationId xmlns:a16="http://schemas.microsoft.com/office/drawing/2014/main" id="{8CBD03EC-43D3-452B-9985-9D8D4FA4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953000"/>
            <a:ext cx="1762125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7E6E6"/>
          </a:solidFill>
          <a:ln xmlns:a="http://schemas.openxmlformats.org/drawingml/2006/main" w="14288">
            <a:solidFill>
              <a:srgbClr val="4D4D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Return to Stop 2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Wait for Next Cycle</a:t>
            </a:r>
          </a:p>
        </p:txBody>
      </p:sp>
      <p:cxnSp>
        <p:nvCxnSpPr>
          <p:cNvPr id="5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981200" y="22764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8235"/>
            </a:solidFill>
            <a:prstDash val="solid"/>
            <a:tailEnd type="arrow" w="med" len="med"/>
          </a:ln>
        </p:spPr>
      </p:cxnSp>
      <p:cxnSp>
        <p:nvCxnSpPr>
          <p:cNvPr id="54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486150" y="22764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8235"/>
            </a:solidFill>
            <a:prstDash val="solid"/>
            <a:tailEnd type="arrow" w="med" len="med"/>
          </a:ln>
        </p:spPr>
      </p:cxnSp>
      <p:cxnSp>
        <p:nvCxnSpPr>
          <p:cNvPr id="55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991100" y="22764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8235"/>
            </a:solidFill>
            <a:prstDash val="solid"/>
            <a:tailEnd type="arrow" w="med" len="med"/>
          </a:ln>
        </p:spPr>
      </p:cxnSp>
      <p:cxnSp>
        <p:nvCxnSpPr>
          <p:cNvPr id="56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496050" y="22764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48235"/>
            </a:solidFill>
            <a:prstDash val="solid"/>
            <a:tailEnd type="arrow" w="med" len="med"/>
          </a:ln>
        </p:spPr>
      </p:cxnSp>
      <p:cxnSp>
        <p:nvCxnSpPr>
          <p:cNvPr id="57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001000" y="22764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5B5B"/>
            </a:solidFill>
            <a:prstDash val="solid"/>
            <a:tailEnd type="arrow" w="med" len="med"/>
          </a:ln>
        </p:spPr>
      </p:cxnSp>
      <p:cxnSp>
        <p:nvCxnSpPr>
          <p:cNvPr id="58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9505950" y="22764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5B5B"/>
            </a:solidFill>
            <a:prstDash val="solid"/>
            <a:tailEnd type="arrow" w="med" len="med"/>
          </a:ln>
        </p:spPr>
      </p:cxnSp>
      <p:cxnSp>
        <p:nvCxnSpPr>
          <p:cNvPr id="59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10415588" y="2647950"/>
            <a:ext cx="4763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5B5B"/>
            </a:solidFill>
            <a:prstDash val="solid"/>
            <a:tailEnd type="arrow" w="med" len="med"/>
          </a:ln>
        </p:spPr>
      </p:cxnSp>
      <p:cxnSp>
        <p:nvCxnSpPr>
          <p:cNvPr id="60" name=""/>
          <p:cNvCxnSpPr>
            <a:stCxn xmlns:a="http://schemas.openxmlformats.org/drawingml/2006/main" id="16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9067800" y="3686175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5B5B"/>
            </a:solidFill>
            <a:prstDash val="solid"/>
            <a:tailEnd type="arrow" w="med" len="med"/>
          </a:ln>
        </p:spPr>
      </p:cxnSp>
      <p:cxnSp>
        <p:nvCxnSpPr>
          <p:cNvPr id="61" name=""/>
          <p:cNvCxnSpPr>
            <a:stCxn xmlns:a="http://schemas.openxmlformats.org/drawingml/2006/main" id="16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10415588" y="4133850"/>
            <a:ext cx="4763" cy="819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5B5B"/>
            </a:solidFill>
            <a:prstDash val="solid"/>
            <a:tailEnd type="arrow" w="med" len="med"/>
          </a:ln>
        </p:spPr>
      </p:cxnSp>
      <p:cxnSp>
        <p:nvCxnSpPr>
          <p:cNvPr id="62" name=""/>
          <p:cNvCxnSpPr>
            <a:stCxn xmlns:a="http://schemas.openxmlformats.org/drawingml/2006/main" id="17" idx="2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186738" y="4029075"/>
            <a:ext cx="1347788" cy="1266825"/>
          </a:xfrm>
          <a:prstGeom xmlns:a="http://schemas.openxmlformats.org/drawingml/2006/main" prst="bentConnector5">
            <a:avLst>
              <a:gd name="adj1" fmla="val 0"/>
              <a:gd name="adj2" fmla="val 18045"/>
              <a:gd name="adj3" fmla="val 83039"/>
            </a:avLst>
          </a:prstGeom>
          <a:ln xmlns:a="http://schemas.openxmlformats.org/drawingml/2006/main" w="19050">
            <a:solidFill>
              <a:srgbClr val="5B5B5B"/>
            </a:solidFill>
            <a:prstDash val="solid"/>
            <a:tailEnd type="arrow" w="med" len="med"/>
          </a:ln>
        </p:spPr>
      </p:cxnSp>
      <p:cxnSp>
        <p:nvCxnSpPr>
          <p:cNvPr id="63" name=""/>
          <p:cNvCxnSpPr>
            <a:stCxn xmlns:a="http://schemas.openxmlformats.org/drawingml/2006/main" id="18" idx="2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H="1" flipV="1">
            <a:off x="7334250" y="2647950"/>
            <a:ext cx="4181475" cy="32194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7F7F7F"/>
            </a:solidFill>
            <a:prstDash val="dash"/>
            <a:tailEnd type="arrow" w="med" len="med"/>
          </a:ln>
        </p:spPr>
      </p:cxnSp>
      <p:sp>
        <p:nvSpPr>
          <p:cNvPr id="30" name="few-days-label">
            <a:extLst xmlns:a="http://schemas.openxmlformats.org/drawingml/2006/main">
              <a:ext uri="{FF2B5EF4-FFF2-40B4-BE49-F238E27FC236}">
                <a16:creationId xmlns:a16="http://schemas.microsoft.com/office/drawing/2014/main" id="{CA1B49AC-88C6-4949-9897-EA3684B5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9051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F6000"/>
                </a:solidFill>
              </a:defRPr>
            </a:pPr>
            <a:r>
              <a:rPr sz="900" b="1">
                <a:solidFill>
                  <a:srgbClr val="7F6000"/>
                </a:solidFill>
              </a:rPr>
              <a:t>EVERY FEW DAYS</a:t>
            </a:r>
          </a:p>
        </p:txBody>
      </p:sp>
      <p:sp>
        <p:nvSpPr>
          <p:cNvPr id="31" name="yes-label">
            <a:extLst xmlns:a="http://schemas.openxmlformats.org/drawingml/2006/main">
              <a:ext uri="{FF2B5EF4-FFF2-40B4-BE49-F238E27FC236}">
                <a16:creationId xmlns:a16="http://schemas.microsoft.com/office/drawing/2014/main" id="{BE9B7622-8746-4ED3-A528-D17394E7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623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48235"/>
                </a:solidFill>
              </a:defRPr>
            </a:pPr>
            <a:r>
              <a:rPr sz="825" b="1">
                <a:solidFill>
                  <a:srgbClr val="548235"/>
                </a:solidFill>
              </a:rPr>
              <a:t>YES</a:t>
            </a:r>
          </a:p>
        </p:txBody>
      </p:sp>
      <p:sp>
        <p:nvSpPr>
          <p:cNvPr id="32" name="no-label">
            <a:extLst xmlns:a="http://schemas.openxmlformats.org/drawingml/2006/main">
              <a:ext uri="{FF2B5EF4-FFF2-40B4-BE49-F238E27FC236}">
                <a16:creationId xmlns:a16="http://schemas.microsoft.com/office/drawing/2014/main" id="{D99DC726-FC00-40BB-8CC3-F8FBF553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3053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65911"/>
                </a:solidFill>
              </a:defRPr>
            </a:pPr>
            <a:r>
              <a:rPr sz="825" b="1">
                <a:solidFill>
                  <a:srgbClr val="C65911"/>
                </a:solidFill>
              </a:rPr>
              <a:t>NO</a:t>
            </a:r>
          </a:p>
        </p:txBody>
      </p:sp>
      <p:sp>
        <p:nvSpPr>
          <p:cNvPr id="33" name="loop-label">
            <a:extLst xmlns:a="http://schemas.openxmlformats.org/drawingml/2006/main">
              <a:ext uri="{FF2B5EF4-FFF2-40B4-BE49-F238E27FC236}">
                <a16:creationId xmlns:a16="http://schemas.microsoft.com/office/drawing/2014/main" id="{F60CB347-496C-4213-BDF1-9806BD0C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8102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i="1">
                <a:solidFill>
                  <a:srgbClr val="666666"/>
                </a:solidFill>
              </a:defRPr>
            </a:pPr>
            <a:r>
              <a:rPr sz="900" i="1">
                <a:solidFill>
                  <a:srgbClr val="666666"/>
                </a:solidFill>
              </a:rPr>
              <a:t>Next scheduled RTC wake-up</a:t>
            </a:r>
          </a:p>
        </p:txBody>
      </p:sp>
      <p:sp>
        <p:nvSpPr>
          <p:cNvPr id="34" name="summary-callout">
            <a:extLst xmlns:a="http://schemas.openxmlformats.org/drawingml/2006/main">
              <a:ext uri="{FF2B5EF4-FFF2-40B4-BE49-F238E27FC236}">
                <a16:creationId xmlns:a16="http://schemas.microsoft.com/office/drawing/2014/main" id="{3DB291B7-93FD-4997-91FC-2691D0C6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40005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D9D9D9"/>
          </a:solidFill>
          <a:ln xmlns:a="http://schemas.openxmlformats.org/drawingml/2006/main" w="11430">
            <a:solidFill>
              <a:srgbClr val="4D4D4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11111"/>
                </a:solidFill>
              </a:defRPr>
            </a:pPr>
            <a:r>
              <a:rPr sz="1125">
                <a:solidFill>
                  <a:srgbClr val="111111"/>
                </a:solidFill>
              </a:rPr>
              <a:t>Harvest continuously; sense every minute; upload every few days</a:t>
            </a:r>
          </a:p>
        </p:txBody>
      </p:sp>
    </p:spTree>
    <p:extLst>
      <p:ext uri="{BB962C8B-B14F-4D97-AF65-F5344CB8AC3E}">
        <p14:creationId xmlns:p14="http://schemas.microsoft.com/office/powerpoint/2010/main" val="6317970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2026-07-21T11:00:22.0650000Z</dcterms:created>
  <dcterms:modified xsi:type="dcterms:W3CDTF">2026-07-21T11:00:22.0650000Z</dcterms:modified>
</coreProperties>
</file>