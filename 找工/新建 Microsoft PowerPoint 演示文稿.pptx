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1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0566A6-90EF-9ECF-B786-BB7D943345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5127938-0804-7B5B-4F67-22D84E09BA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9EA211-C583-5F43-A0E4-B10DC8AC7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6A87A-DDEA-4253-AFA3-D46F34ED01E2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9FF21E-B827-79EB-3BFB-A2F474504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7785F5-47CD-56AB-E629-F650FC8C1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35538-8ADB-4EB1-BF74-E354E5AE47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694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26C183-ED26-7644-AC8D-BB7D4136C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2974F6-53B0-7000-E998-11797D71C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00222D-53B3-AEEE-F66E-376701BF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6A87A-DDEA-4253-AFA3-D46F34ED01E2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D1AC02-4E05-90D4-0EC1-CA5D7A85A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619FE8-8684-2F6D-4DE2-18876D9BD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35538-8ADB-4EB1-BF74-E354E5AE47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6000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96D0DD-62D8-C7C9-7EFD-FA95D9DAE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9587D01-1086-8CB4-3EC0-D16A207E2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1FDFEC-EC2A-FC0D-6036-1301CE6A8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6A87A-DDEA-4253-AFA3-D46F34ED01E2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9947DB-29BF-964E-D793-5AA4A3EF4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075E32-A426-746F-5AF9-6A6C1D8A4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35538-8ADB-4EB1-BF74-E354E5AE47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2692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FA3C4E-CFA6-0254-D81E-27C8FFD1A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2F4E89-4F18-2C24-86B9-FE3984E513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342098-77AB-7F3E-AC96-1E755510E4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433593-B463-612F-289A-F73A38D0A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6A87A-DDEA-4253-AFA3-D46F34ED01E2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38465B-302D-DF0B-7261-95056B2B1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938AF2-88DE-C570-AF5C-AF027022F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35538-8ADB-4EB1-BF74-E354E5AE47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2431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4D5190-9975-DDAE-8BE7-AF9C59BE2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8B5F84-B0B2-8E44-471B-91986DD93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84934B-0431-5F5E-744F-2D789BB5E7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CA36FCF-B320-31E9-D2F1-0EE7B1D490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B985C61-C5E1-224C-349F-7B53007FFE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65AE74E-298E-A85D-3D11-D0DD1B10B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6A87A-DDEA-4253-AFA3-D46F34ED01E2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7512B35-6D88-6C15-9DD6-F3CEE9E2B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EB62823-5E2C-27CF-08E1-B15D4C95B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35538-8ADB-4EB1-BF74-E354E5AE47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2090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FB8F0-BA65-EF93-7C6F-D86259535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44E85F1-9151-E8B1-9A80-98B0B1B4B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6A87A-DDEA-4253-AFA3-D46F34ED01E2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B14ED0C-FAB4-C205-C856-F9C14440A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11E4CF6-8FA4-B305-B4B1-A9FA434AE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35538-8ADB-4EB1-BF74-E354E5AE47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5798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801E992-AE47-1443-A07E-BB2CFD292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6A87A-DDEA-4253-AFA3-D46F34ED01E2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F9D8E72-2F3A-85E9-BD30-B9DBB6B60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33A00D-CE9E-2FD5-E913-9D69D1D1C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35538-8ADB-4EB1-BF74-E354E5AE47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3269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818614-6D0B-BF77-1BD5-01AFBC946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6314CD-7AC0-D071-CF94-4284AAF5D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FF56BE2-A87B-0DF6-0091-55B8B5C89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BF2DA9-147C-2D53-ED51-563346345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6A87A-DDEA-4253-AFA3-D46F34ED01E2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E88B08-A047-BE45-D217-0DF15ABC8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C4534B-C784-A856-485C-AF071691B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35538-8ADB-4EB1-BF74-E354E5AE47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4596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A18213-36E1-6797-E664-D16A97D3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B66DA00-E7DD-71B8-67D7-E8BDF518F4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8989B0C-0FEB-25AF-62DF-F92447319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A5FFEB-2829-EEB2-0775-14F65BDA5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6A87A-DDEA-4253-AFA3-D46F34ED01E2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624F81A-05C7-19EB-BCB9-83FC02E4F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59B860-FE1A-259A-6588-A7A5103D5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35538-8ADB-4EB1-BF74-E354E5AE47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5695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9DDB56-F771-F913-2FE5-23658A326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80F5578-AC96-BD56-E189-36B30C27D3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25FC12-8525-AA98-2FA7-4353686F1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6A87A-DDEA-4253-AFA3-D46F34ED01E2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F7BDEE-6952-1B1B-3B04-E45413086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23EC63-37DE-52C5-30CD-4694B333F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35538-8ADB-4EB1-BF74-E354E5AE47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614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7B14C69-F8A6-91A1-D93A-4C049ED7F5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D441B5A-E215-746B-7C6F-270AD2B94F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19F76D-9F44-75FF-9E4C-68DEA208E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6A87A-DDEA-4253-AFA3-D46F34ED01E2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8ACCD5-FF35-6A6C-FD2E-802E6B39E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6D2869-2485-86C4-8F38-89AE47D17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35538-8ADB-4EB1-BF74-E354E5AE47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7729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DC1BA53-52AC-F20E-1C42-015822168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FBADA0-C96E-47FA-DF2C-679B88D83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AF93D1-757C-ECF5-D604-2360FEDCAB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6A87A-DDEA-4253-AFA3-D46F34ED01E2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DB4D39-16CC-5F82-6844-4253CF7831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EC2ADB-39F0-C460-C849-D95D96B6C1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F35538-8ADB-4EB1-BF74-E354E5AE47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7667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28097B-C001-789F-B077-D10E390FF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9B63C7-AC83-3456-28BE-44CADB212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6756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35128957-0D80-6E1C-D788-1EF4F13EBA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63" r="632"/>
          <a:stretch>
            <a:fillRect/>
          </a:stretch>
        </p:blipFill>
        <p:spPr>
          <a:xfrm>
            <a:off x="200025" y="2771775"/>
            <a:ext cx="6657975" cy="391477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28B926B-8D12-61AE-317E-C6810F4ED9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6705" y="171449"/>
            <a:ext cx="5602117" cy="269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780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5F9B4CD-5FAA-4B20-7EFA-84CF05E35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40" y="906497"/>
            <a:ext cx="4981785" cy="448465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D76B63B-EC07-95C1-38EF-3C89C1D98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213" y="701038"/>
            <a:ext cx="4137099" cy="5250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256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0</Words>
  <Application>Microsoft Office PowerPoint</Application>
  <PresentationFormat>宽屏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 d</dc:creator>
  <cp:lastModifiedBy>d d</cp:lastModifiedBy>
  <cp:revision>1</cp:revision>
  <dcterms:created xsi:type="dcterms:W3CDTF">2026-08-11T16:15:58Z</dcterms:created>
  <dcterms:modified xsi:type="dcterms:W3CDTF">2026-08-11T20:05:54Z</dcterms:modified>
</cp:coreProperties>
</file>